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P2P Parcel Delivery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User and Captain Registration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OTP → Profile → Address → Payment → Verified User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Captain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OTP → Aadhaar → PAN → Selfie → Bank → Ticket → Approval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OCR, Face Match, Liveness Detection, Manual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Parcel Delivery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Request → Accept → Pickup OTP → Transport → Delivery OTP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GPS Tracking, Ratings, Verified Badge, Delivery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and Trusted Crowd-Shipping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