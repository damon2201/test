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AUTHENTICATION &amp; ONBOARDING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login workflow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3D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→ social / manual signup → role selection → User or Captain onboarding (Rapido-style)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572000"/>
            <a:ext cx="2038198" cy="38404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572000"/>
            <a:ext cx="20381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&amp; Facebook login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2326" y="4572000"/>
            <a:ext cx="1582826" cy="38404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3062326" y="4572000"/>
            <a:ext cx="15828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signup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4572000"/>
            <a:ext cx="2493569" cy="38404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4572000"/>
            <a:ext cx="24935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document verification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1057" y="4572000"/>
            <a:ext cx="1431036" cy="384048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7541057" y="4572000"/>
            <a:ext cx="14310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&amp; API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Screen-by-screen journey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9842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Login, signup options, and the role-selection moment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80760" y="141732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581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19842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lightweight path for riders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registration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675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Rapido-style multi-step onboarding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310896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2735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4944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activation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49440" y="36758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review, training, and go-live gating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65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1732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design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367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APIs, database schema, and validation rules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0760" y="4800600"/>
            <a:ext cx="5212080" cy="1417320"/>
          </a:xfrm>
          <a:prstGeom prst="roundRect">
            <a:avLst>
              <a:gd name="adj" fmla="val 6452"/>
            </a:avLst>
          </a:prstGeom>
          <a:solidFill>
            <a:srgbClr val="F5F4F1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965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considerations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536752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get right before launch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end-to-end journey,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launch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screen, then the login page loads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2057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1764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02152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“Sign up” link sits at the bottom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33872" y="2057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089904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EEDFE"/>
          </a:solidFill>
          <a:ln/>
        </p:spPr>
      </p:sp>
      <p:sp>
        <p:nvSpPr>
          <p:cNvPr id="13" name="Text 11"/>
          <p:cNvSpPr/>
          <p:nvPr/>
        </p:nvSpPr>
        <p:spPr>
          <a:xfrm>
            <a:off x="6272784" y="1764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options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72784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Facebook, or manual entry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04504" y="20574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860536" y="16002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EEDFE"/>
          </a:solidFill>
          <a:ln/>
        </p:spPr>
      </p:sp>
      <p:sp>
        <p:nvSpPr>
          <p:cNvPr id="17" name="Text 15"/>
          <p:cNvSpPr/>
          <p:nvPr/>
        </p:nvSpPr>
        <p:spPr>
          <a:xfrm>
            <a:off x="9043416" y="176479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selection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043416" y="2194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chooses: Captain or User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246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role selection, the two paths diverge completely: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PATH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details → instant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6177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email, phone, gender. No approval gate — lands straight on the home / ride-booking screen.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370332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904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PATH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onboarding → verification gate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0" y="46177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+ vehicle details, document upload, bank details, training. Account activates only after documents are approved.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2834640" cy="489204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9050">
            <a:solidFill>
              <a:srgbClr val="D3D1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51460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5F4F1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2514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315468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3C348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OTP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continue with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97280" y="41148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14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 Google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97280" y="46177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  Facebook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here? Sign 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146304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F5F4F1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572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18470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OTP-based mobile login — no password to remember, matches how most ride-hailing apps onboard.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0" y="251460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F5F4F1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2624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actions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343400" y="2898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and Facebook buttons sit just below, for users who'd rather skip typing a number.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0" y="356616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F5F4F1"/>
          </a:solidFill>
          <a:ln/>
        </p:spPr>
      </p:sp>
      <p:sp>
        <p:nvSpPr>
          <p:cNvPr id="23" name="Text 21"/>
          <p:cNvSpPr/>
          <p:nvPr/>
        </p:nvSpPr>
        <p:spPr>
          <a:xfrm>
            <a:off x="434340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to signup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39502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“Sign up” link at the bottom is the only way into the registration flow — keeps login and signup visually separate.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0" y="4617720"/>
            <a:ext cx="7315200" cy="896112"/>
          </a:xfrm>
          <a:prstGeom prst="roundRect">
            <a:avLst>
              <a:gd name="adj" fmla="val 8163"/>
            </a:avLst>
          </a:prstGeom>
          <a:solidFill>
            <a:srgbClr val="F5F4F1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4727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343400" y="50017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10-digit number format check client-side; OTP expiry and retry-limit handled server-side.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options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tapping “Sign up,” the user picks how they want to create an account. All three paths converge on the same role-selection step.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EEEDF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3C3489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OAuth. Pulls name, email, and profile photo automatically.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E1F5E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1772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0F6E56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1772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OAuth via the Facebook SDK. Pulls name and email on consent.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916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AECE7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1965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3154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993C1D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number + OTP, then name and email typed in by hand.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5F4F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Regardless of entry point, the backend normalizes into one users table keyed by verified phone number or email — so a person who signs up via Google today can log in with their phone number later, without creating a duplicate account.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selection — the fork in the road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account chooses exactly one role at signup. This choice determines every screen that follows.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a ride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Registration takes under a minute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documents or approval needed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book a ride immediately after signup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Profile can be completed later, optionally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512064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as User →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2313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drive &amp; earn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9718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Multi-step onboarding, Rapido-style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34290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and identity documents required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3886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Account stays inactive until verified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 in-app safety training included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29400" y="5120640"/>
            <a:ext cx="4617720" cy="502920"/>
          </a:xfrm>
          <a:prstGeom prst="roundRect">
            <a:avLst>
              <a:gd name="adj" fmla="val 14545"/>
            </a:avLst>
          </a:prstGeom>
          <a:solidFill>
            <a:srgbClr val="993C1D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51206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as Captain 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registration — fields &amp; flow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863840" cy="420624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188720"/>
                <a:gridCol w="3474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2–50 characters, letters and spaces only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number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+ OTP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captured during signup if manual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Auto-filled if signed up via Google/Facebook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for safety features, not shown publicly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Profile photo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Improves trust for drivers accepting the ride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/ work address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B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Speeds up future ride bookings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686800" y="1280160"/>
            <a:ext cx="2926080" cy="4206240"/>
          </a:xfrm>
          <a:prstGeom prst="roundRect">
            <a:avLst>
              <a:gd name="adj" fmla="val 3125"/>
            </a:avLst>
          </a:prstGeom>
          <a:solidFill>
            <a:srgbClr val="E1F5EE"/>
          </a:solidFill>
          <a:ln/>
        </p:spPr>
      </p:sp>
      <p:sp>
        <p:nvSpPr>
          <p:cNvPr id="8" name="Text 5"/>
          <p:cNvSpPr/>
          <p:nvPr/>
        </p:nvSpPr>
        <p:spPr>
          <a:xfrm>
            <a:off x="891540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 light?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15400" y="18745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Riders are the demand side of the marketplace. Every extra field is a drop-off risk, so only phone verification is mandatory — everything else can be filled in later from the profile screen.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915400" y="3246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submit →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15400" y="35661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created in users table with role = “user”, session token issued, redirected straight to the home / ride-booking screen.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registration — steps 1 to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on Rapido's captain onboarding: identity first, then the vehicle that will actually earn.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4F1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+ OTP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verification as login — this becomes the captain's unique login identity.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7490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4F1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874520"/>
            <a:ext cx="502920" cy="50292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91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details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information used for background checks and the profile shown to riders.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7490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7490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42062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206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46634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4663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address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51206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5120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address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321040" y="160020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4F1"/>
          </a:solidFill>
          <a:ln/>
        </p:spPr>
      </p:sp>
      <p:sp>
        <p:nvSpPr>
          <p:cNvPr id="28" name="Shape 26"/>
          <p:cNvSpPr/>
          <p:nvPr/>
        </p:nvSpPr>
        <p:spPr>
          <a:xfrm>
            <a:off x="8595360" y="1874520"/>
            <a:ext cx="502920" cy="50292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29" name="Text 27"/>
          <p:cNvSpPr/>
          <p:nvPr/>
        </p:nvSpPr>
        <p:spPr>
          <a:xfrm>
            <a:off x="85953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95360" y="251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details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95360" y="2898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which ride types the captain can accept (bike, auto, cab).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37490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0" y="37490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type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95360" y="42062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2062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 number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46634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46634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validity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595360" y="5120640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5120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 certificate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registration — documents &amp; payouts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Document upload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licence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920240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92024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 card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50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 card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450592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45059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RC photo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80944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809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 copy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980944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9809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 certificate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11296"/>
            <a:ext cx="2606040" cy="420624"/>
          </a:xfrm>
          <a:prstGeom prst="roundRect">
            <a:avLst>
              <a:gd name="adj" fmla="val 13043"/>
            </a:avLst>
          </a:prstGeom>
          <a:solidFill>
            <a:srgbClr val="F0997B">
              <a:alpha val="22000"/>
            </a:srgbClr>
          </a:solidFill>
          <a:ln w="635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1129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photos (4 angles)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86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document is captured via camera or gallery, checked for blur/glare client-side, then queued for manual or OCR-assisted review.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· Bank / UPI details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92240" y="192024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4F1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993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holder 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2677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match the name on the submitted 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92240" y="2724912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4F1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798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number &amp; IFSC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0723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a linked UPI ID as an alternative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529584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5F4F1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proof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877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cheque or passbook photo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44714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 · Submit + in-app training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483717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module covering app navigation, passenger safety, and platform rules — completed before the profile can be submitted for review.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activation gate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step that separates Captain onboarding from User onboarding: nothing goes live until a human or an automated check signs off.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AEED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authenticity check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Face match against ID photo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Vehicle ownership check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Criminal / background check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turnaround: a few hours to 2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3200400" cy="3383280"/>
          </a:xfrm>
          <a:prstGeom prst="roundRect">
            <a:avLst>
              <a:gd name="adj" fmla="val 2857"/>
            </a:avLst>
          </a:prstGeom>
          <a:solidFill>
            <a:srgbClr val="FCEBE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rejected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24688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sees the exact reason (e.g. “RC photo unreadable”) and can re-upload just that document — no need to restart the whole flow.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366760" y="169164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EAF3DE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approved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24688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status flips to active. Push notification sent. Captain can toggle “online” and starts receiving ride requests immediately.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API endpoints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/api/auth/otp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94760" y="1554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OTP to a mobile number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/api/auth/verify-otp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9476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OTP, issue session 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/api/auth/social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94760" y="2286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Google/Facebook token for a session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/api/users/register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794760" y="26517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User profile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/api/captains/register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30175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Captain profile (draft status)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/api/captains/documents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4760" y="3383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document against a captain 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/api/captains/submit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37490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profile, queue for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/api/captains/status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94760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verification status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1188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schema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1554480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4F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6093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18470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phone, email, role, auth_provider, created_at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231136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4F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captain_profiles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5237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(FK), dob, address, status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675120" y="2907792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4F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9626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2004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captain_id (FK), type, rc_number, insurance_expiry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675120" y="3584448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4F1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0" y="36393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8770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owner_id (FK), doc_type, file_url, review_status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75120" y="4261104"/>
            <a:ext cx="4937760" cy="566928"/>
          </a:xfrm>
          <a:prstGeom prst="roundRect">
            <a:avLst>
              <a:gd name="adj" fmla="val 9677"/>
            </a:avLst>
          </a:prstGeom>
          <a:solidFill>
            <a:srgbClr val="F5F4F1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4315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payout_accounts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captain_id (FK), account_no, ifsc, upi_id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validation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508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store plaintext passwords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19019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with bcrypt/argon2 if a password option exists at all; OTP-only avoids this entirely.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002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508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Rate-limit OTP requests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0" y="19019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attempts per number per hour to block SMS-bombing abuse.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2004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OAuth tokens server-side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51560" y="35021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Google/Facebook token against the provider before trusting the profile data it returns.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2004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3108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documents at rest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66560" y="35021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Aadhaar, PAN, and licence images are sensitive PII — encrypt storage and restrict access by role.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006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draft vs active captain status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51560" y="51023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captain must never appear in ride-matching until status = approved.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572000"/>
            <a:ext cx="5440680" cy="1371600"/>
          </a:xfrm>
          <a:prstGeom prst="roundRect">
            <a:avLst>
              <a:gd name="adj" fmla="val 6667"/>
            </a:avLst>
          </a:prstGeom>
          <a:solidFill>
            <a:srgbClr val="F5F4F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800600"/>
            <a:ext cx="109728" cy="109728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47091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 sensitive fields in logs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0" y="5102352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numbers, bank details, and document URLs should never land in plaintext logs.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app · registration &amp; login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EC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login screen, one fork, two very different journeys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109728" cy="109728"/>
          </a:xfrm>
          <a:prstGeom prst="ellipse">
            <a:avLst/>
          </a:prstGeom>
          <a:solidFill>
            <a:srgbClr val="AFA9E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688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and signup stay visually separate; signup itself offers Google, Facebook, or manual entry.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AFA9E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2461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selection is the single fork — everything downstream depends on User vs Captain.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09728" cy="109728"/>
          </a:xfrm>
          <a:prstGeom prst="ellipse">
            <a:avLst/>
          </a:prstGeom>
          <a:solidFill>
            <a:srgbClr val="AFA9E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233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onboarding optimizes for speed: phone verification and nothing else is mandatory.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09728" cy="109728"/>
          </a:xfrm>
          <a:prstGeom prst="ellipse">
            <a:avLst/>
          </a:prstGeom>
          <a:solidFill>
            <a:srgbClr val="AFA9E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8006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EED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onboarding optimizes for trust: identity, vehicle, documents, payout details, and training — gated by manual/automated verification before the account goes live.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2026-07-17T11:54:30Z</dcterms:created>
  <dcterms:modified xsi:type="dcterms:W3CDTF">2026-07-17T11:54:30Z</dcterms:modified>
</cp:coreProperties>
</file>